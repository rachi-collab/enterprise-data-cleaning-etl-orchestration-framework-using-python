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81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8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58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37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3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93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18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4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03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5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782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7354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81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014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727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57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32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62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106592"/>
            <a:ext cx="7766936" cy="1587056"/>
          </a:xfrm>
        </p:spPr>
        <p:txBody>
          <a:bodyPr/>
          <a:lstStyle/>
          <a:p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Enterprise Data Cleaning &amp; ETL Orchestration Framework</a:t>
            </a:r>
            <a:r>
              <a:rPr lang="en-IN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3171" y="3814886"/>
            <a:ext cx="8825658" cy="861420"/>
          </a:xfrm>
        </p:spPr>
        <p:txBody>
          <a:bodyPr/>
          <a:lstStyle/>
          <a:p>
            <a:r>
              <a:rPr lang="en-US" dirty="0"/>
              <a:t>Using Python, Apache Airflow &amp; </a:t>
            </a:r>
            <a:r>
              <a:rPr lang="en-US" dirty="0" err="1"/>
              <a:t>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969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Retail businesses generate large volumes of raw transactional data.</a:t>
            </a:r>
          </a:p>
          <a:p>
            <a:endParaRPr lang="en-US" dirty="0"/>
          </a:p>
          <a:p>
            <a:r>
              <a:rPr lang="en-US" dirty="0"/>
              <a:t>Challenges:</a:t>
            </a:r>
          </a:p>
          <a:p>
            <a:r>
              <a:rPr lang="en-US" dirty="0"/>
              <a:t>Data is unclean and inconsistent</a:t>
            </a:r>
          </a:p>
          <a:p>
            <a:r>
              <a:rPr lang="en-US" dirty="0"/>
              <a:t>Manual processing is time-consuming</a:t>
            </a:r>
          </a:p>
          <a:p>
            <a:r>
              <a:rPr lang="en-US" dirty="0"/>
              <a:t>No automated monitoring system</a:t>
            </a:r>
          </a:p>
          <a:p>
            <a:r>
              <a:rPr lang="en-US" dirty="0"/>
              <a:t>Lack of real-time insights</a:t>
            </a:r>
          </a:p>
          <a:p>
            <a:endParaRPr lang="en-US" dirty="0"/>
          </a:p>
          <a:p>
            <a:r>
              <a:rPr lang="en-US" dirty="0"/>
              <a:t>Solution:</a:t>
            </a:r>
          </a:p>
          <a:p>
            <a:r>
              <a:rPr lang="en-US" dirty="0"/>
              <a:t>Build an automated ETL pipeline with visualization.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E1C8E2C-E10F-F937-9CE6-4343EADA2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701" y="2614441"/>
            <a:ext cx="4264429" cy="263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953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Objectives:</a:t>
            </a:r>
          </a:p>
          <a:p>
            <a:r>
              <a:rPr lang="en-US" dirty="0"/>
              <a:t>Automate data extraction, transformation, </a:t>
            </a:r>
          </a:p>
          <a:p>
            <a:pPr marL="0" indent="0">
              <a:buNone/>
            </a:pPr>
            <a:r>
              <a:rPr lang="en-US" dirty="0"/>
              <a:t>     and loading</a:t>
            </a:r>
          </a:p>
          <a:p>
            <a:r>
              <a:rPr lang="en-US" dirty="0"/>
              <a:t>Clean and standardize raw data</a:t>
            </a:r>
          </a:p>
          <a:p>
            <a:r>
              <a:rPr lang="en-US" dirty="0"/>
              <a:t>Store processed data in a database</a:t>
            </a:r>
          </a:p>
          <a:p>
            <a:r>
              <a:rPr lang="en-US" dirty="0"/>
              <a:t>Build a dashboard for business insights</a:t>
            </a:r>
          </a:p>
          <a:p>
            <a:r>
              <a:rPr lang="en-US" dirty="0"/>
              <a:t>Enable monitoring using Airflow</a:t>
            </a:r>
            <a:endParaRPr lang="en-IN" dirty="0"/>
          </a:p>
        </p:txBody>
      </p:sp>
      <p:pic>
        <p:nvPicPr>
          <p:cNvPr id="2052" name="Picture 4" descr="A set of 10 project management icons as goal setting, budget, integration">
            <a:extLst>
              <a:ext uri="{FF2B5EF4-FFF2-40B4-BE49-F238E27FC236}">
                <a16:creationId xmlns:a16="http://schemas.microsoft.com/office/drawing/2014/main" id="{0FDD8192-0F37-6BD2-283E-F6562E26D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380" y="2211184"/>
            <a:ext cx="4563689" cy="2626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791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Technologies Used:</a:t>
            </a:r>
          </a:p>
          <a:p>
            <a:endParaRPr lang="en-IN" dirty="0"/>
          </a:p>
          <a:p>
            <a:r>
              <a:rPr lang="en-IN" dirty="0"/>
              <a:t>Python (Core Programming)</a:t>
            </a:r>
          </a:p>
          <a:p>
            <a:r>
              <a:rPr lang="en-IN" dirty="0"/>
              <a:t>Pandas (Data Transformation)</a:t>
            </a:r>
          </a:p>
          <a:p>
            <a:r>
              <a:rPr lang="en-IN" dirty="0"/>
              <a:t>Apache Airflow (Workflow Orchestration)</a:t>
            </a:r>
          </a:p>
          <a:p>
            <a:r>
              <a:rPr lang="en-IN" dirty="0" err="1"/>
              <a:t>PostgreSQL</a:t>
            </a:r>
            <a:r>
              <a:rPr lang="en-IN" dirty="0"/>
              <a:t> (Database)</a:t>
            </a:r>
          </a:p>
          <a:p>
            <a:r>
              <a:rPr lang="en-IN" dirty="0" err="1"/>
              <a:t>Streamlit</a:t>
            </a:r>
            <a:r>
              <a:rPr lang="en-IN" dirty="0"/>
              <a:t> (Dashboard)</a:t>
            </a:r>
          </a:p>
          <a:p>
            <a:r>
              <a:rPr lang="en-IN" dirty="0" err="1"/>
              <a:t>Docker</a:t>
            </a:r>
            <a:r>
              <a:rPr lang="en-IN" dirty="0"/>
              <a:t> (Containerization)</a:t>
            </a:r>
          </a:p>
        </p:txBody>
      </p:sp>
    </p:spTree>
    <p:extLst>
      <p:ext uri="{BB962C8B-B14F-4D97-AF65-F5344CB8AC3E}">
        <p14:creationId xmlns:p14="http://schemas.microsoft.com/office/powerpoint/2010/main" val="3386156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Pipeline Flow: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B14352-F5B9-6D53-8545-F89FA09E1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23" y="2701799"/>
            <a:ext cx="10732968" cy="397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2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ETL Pipeline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95796"/>
            <a:ext cx="8946541" cy="4552603"/>
          </a:xfrm>
        </p:spPr>
        <p:txBody>
          <a:bodyPr/>
          <a:lstStyle/>
          <a:p>
            <a:r>
              <a:rPr lang="en-US" dirty="0"/>
              <a:t>The pipeline consists of</a:t>
            </a:r>
          </a:p>
          <a:p>
            <a:pPr marL="0" indent="0">
              <a:buNone/>
            </a:pPr>
            <a:r>
              <a:rPr lang="en-US" dirty="0"/>
              <a:t>     three stages:</a:t>
            </a:r>
          </a:p>
          <a:p>
            <a:endParaRPr lang="en-US" dirty="0"/>
          </a:p>
          <a:p>
            <a:r>
              <a:rPr lang="en-US" dirty="0"/>
              <a:t>1. Extract</a:t>
            </a:r>
          </a:p>
          <a:p>
            <a:r>
              <a:rPr lang="en-US" dirty="0"/>
              <a:t>2. Transform</a:t>
            </a:r>
          </a:p>
          <a:p>
            <a:r>
              <a:rPr lang="en-US" dirty="0"/>
              <a:t>3. Load</a:t>
            </a:r>
          </a:p>
          <a:p>
            <a:endParaRPr lang="en-US" dirty="0"/>
          </a:p>
          <a:p>
            <a:r>
              <a:rPr lang="en-US" dirty="0"/>
              <a:t>Each stage is implemented </a:t>
            </a:r>
          </a:p>
          <a:p>
            <a:pPr marL="0" indent="0">
              <a:buNone/>
            </a:pPr>
            <a:r>
              <a:rPr lang="en-US" dirty="0"/>
              <a:t>    as an Airflow task.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582" y="1994564"/>
            <a:ext cx="6222059" cy="314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8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Extract &amp;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Extract:</a:t>
            </a:r>
          </a:p>
          <a:p>
            <a:r>
              <a:rPr lang="en-IN" dirty="0"/>
              <a:t>Reads raw CSV file</a:t>
            </a:r>
          </a:p>
          <a:p>
            <a:r>
              <a:rPr lang="en-IN" dirty="0"/>
              <a:t>Validates data availability</a:t>
            </a:r>
          </a:p>
          <a:p>
            <a:endParaRPr lang="en-IN" dirty="0"/>
          </a:p>
          <a:p>
            <a:r>
              <a:rPr lang="en-IN" dirty="0"/>
              <a:t>Transform:</a:t>
            </a:r>
          </a:p>
          <a:p>
            <a:r>
              <a:rPr lang="en-IN" dirty="0"/>
              <a:t>Handles missing values</a:t>
            </a:r>
          </a:p>
          <a:p>
            <a:r>
              <a:rPr lang="en-IN" dirty="0"/>
              <a:t>Converts data types</a:t>
            </a:r>
          </a:p>
          <a:p>
            <a:r>
              <a:rPr lang="en-IN" dirty="0"/>
              <a:t>Removes invalid records</a:t>
            </a:r>
          </a:p>
          <a:p>
            <a:r>
              <a:rPr lang="en-IN" dirty="0"/>
              <a:t>Creates new column: </a:t>
            </a:r>
            <a:r>
              <a:rPr lang="en-IN" dirty="0" err="1"/>
              <a:t>TotalAmount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949" y="1686691"/>
            <a:ext cx="4774558" cy="429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42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Load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4302065" cy="419548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Load:</a:t>
            </a:r>
          </a:p>
          <a:p>
            <a:r>
              <a:rPr lang="en-IN" dirty="0"/>
              <a:t>Stores cleaned data into 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PostgreSQL</a:t>
            </a:r>
            <a:endParaRPr lang="en-IN" dirty="0"/>
          </a:p>
          <a:p>
            <a:r>
              <a:rPr lang="en-IN" dirty="0"/>
              <a:t>Uses optimized bulk insert</a:t>
            </a:r>
          </a:p>
          <a:p>
            <a:endParaRPr lang="en-IN" dirty="0"/>
          </a:p>
          <a:p>
            <a:r>
              <a:rPr lang="en-IN" dirty="0"/>
              <a:t>Monitoring:</a:t>
            </a:r>
          </a:p>
          <a:p>
            <a:r>
              <a:rPr lang="en-IN" dirty="0"/>
              <a:t>Airflow DAG scheduling</a:t>
            </a:r>
          </a:p>
          <a:p>
            <a:r>
              <a:rPr lang="en-IN" dirty="0"/>
              <a:t>Retry mechanism on failure</a:t>
            </a:r>
          </a:p>
          <a:p>
            <a:r>
              <a:rPr lang="en-IN" dirty="0"/>
              <a:t>Logging for debugging</a:t>
            </a:r>
          </a:p>
          <a:p>
            <a:r>
              <a:rPr lang="en-IN" dirty="0"/>
              <a:t>Email alerts on task failure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687" y="1788288"/>
            <a:ext cx="4882528" cy="446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97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Dashboard Features:</a:t>
            </a:r>
          </a:p>
          <a:p>
            <a:endParaRPr lang="en-US" dirty="0"/>
          </a:p>
          <a:p>
            <a:r>
              <a:rPr lang="en-US" dirty="0"/>
              <a:t>Total Revenue &amp; Orders (KPIs)</a:t>
            </a:r>
          </a:p>
          <a:p>
            <a:r>
              <a:rPr lang="en-US" dirty="0"/>
              <a:t>Sales trend over time</a:t>
            </a:r>
          </a:p>
          <a:p>
            <a:r>
              <a:rPr lang="en-US" dirty="0"/>
              <a:t>Top countries by revenue</a:t>
            </a:r>
          </a:p>
          <a:p>
            <a:r>
              <a:rPr lang="en-US" dirty="0"/>
              <a:t>Top products analysis</a:t>
            </a:r>
          </a:p>
          <a:p>
            <a:r>
              <a:rPr lang="en-US" dirty="0"/>
              <a:t>Filters (Date &amp; Country)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052" y="374425"/>
            <a:ext cx="4774978" cy="16784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372" y="2218659"/>
            <a:ext cx="4965538" cy="17746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052" y="4115820"/>
            <a:ext cx="5162550" cy="213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61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Deployed using </a:t>
            </a:r>
            <a:r>
              <a:rPr lang="en-US" dirty="0" err="1"/>
              <a:t>Streamlit</a:t>
            </a:r>
            <a:r>
              <a:rPr lang="en-US" dirty="0"/>
              <a:t> Cloud</a:t>
            </a:r>
          </a:p>
          <a:p>
            <a:endParaRPr lang="en-US" dirty="0"/>
          </a:p>
          <a:p>
            <a:r>
              <a:rPr lang="en-US" dirty="0"/>
              <a:t>Live Dashboard:</a:t>
            </a:r>
          </a:p>
          <a:p>
            <a:r>
              <a:rPr lang="en-US" dirty="0"/>
              <a:t>https://etl-project-6yhxaiayboddqrusnjtdsh.streamlit.app/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7604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Challenges:</a:t>
            </a:r>
          </a:p>
          <a:p>
            <a:endParaRPr lang="en-US" dirty="0"/>
          </a:p>
          <a:p>
            <a:r>
              <a:rPr lang="en-US" dirty="0"/>
              <a:t>File path issues in </a:t>
            </a:r>
            <a:r>
              <a:rPr lang="en-US" dirty="0" err="1"/>
              <a:t>Docker</a:t>
            </a:r>
            <a:endParaRPr lang="en-US" dirty="0"/>
          </a:p>
          <a:p>
            <a:r>
              <a:rPr lang="en-US" dirty="0"/>
              <a:t>Column inconsistencies</a:t>
            </a:r>
          </a:p>
          <a:p>
            <a:r>
              <a:rPr lang="en-US" dirty="0"/>
              <a:t>Slow database loading</a:t>
            </a:r>
          </a:p>
          <a:p>
            <a:endParaRPr lang="en-US" dirty="0"/>
          </a:p>
          <a:p>
            <a:r>
              <a:rPr lang="en-US" dirty="0"/>
              <a:t>Solutions:</a:t>
            </a:r>
          </a:p>
          <a:p>
            <a:endParaRPr lang="en-US" dirty="0"/>
          </a:p>
          <a:p>
            <a:r>
              <a:rPr lang="en-US" dirty="0"/>
              <a:t>Mounted volumes correctly</a:t>
            </a:r>
          </a:p>
          <a:p>
            <a:r>
              <a:rPr lang="en-US" dirty="0"/>
              <a:t>Standardized column names</a:t>
            </a:r>
          </a:p>
          <a:p>
            <a:r>
              <a:rPr lang="en-US" dirty="0"/>
              <a:t>Used bulk insert for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665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Successfully built an end-to-end ETL pipeline</a:t>
            </a:r>
          </a:p>
          <a:p>
            <a:r>
              <a:rPr lang="en-US" dirty="0"/>
              <a:t>Automated data processing using Airflow</a:t>
            </a:r>
          </a:p>
          <a:p>
            <a:r>
              <a:rPr lang="en-US" dirty="0"/>
              <a:t>Created an interactive dashboard</a:t>
            </a:r>
          </a:p>
          <a:p>
            <a:r>
              <a:rPr lang="en-US" dirty="0"/>
              <a:t>Deployed project on cloud</a:t>
            </a:r>
          </a:p>
          <a:p>
            <a:endParaRPr lang="en-US" dirty="0"/>
          </a:p>
          <a:p>
            <a:r>
              <a:rPr lang="en-US" dirty="0"/>
              <a:t>Future Scope:</a:t>
            </a:r>
          </a:p>
          <a:p>
            <a:r>
              <a:rPr lang="en-US" dirty="0"/>
              <a:t>Real-time data processing</a:t>
            </a:r>
          </a:p>
          <a:p>
            <a:r>
              <a:rPr lang="en-US" dirty="0"/>
              <a:t>Cloud database integration</a:t>
            </a:r>
          </a:p>
          <a:p>
            <a:r>
              <a:rPr lang="en-US" dirty="0"/>
              <a:t>Advanced analytics dashboards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7474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170</TotalTime>
  <Words>326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Enterprise Data Cleaning &amp; ETL Orchestration Frameworks</vt:lpstr>
      <vt:lpstr>Problem Statement</vt:lpstr>
      <vt:lpstr>Project Objective</vt:lpstr>
      <vt:lpstr>Tech Stack</vt:lpstr>
      <vt:lpstr>Architecture Diagram</vt:lpstr>
      <vt:lpstr>ETL Pipeline (Overview)</vt:lpstr>
      <vt:lpstr>Extract &amp; Transform</vt:lpstr>
      <vt:lpstr>Load &amp; Monitoring</vt:lpstr>
      <vt:lpstr>Dashboard</vt:lpstr>
      <vt:lpstr>Live Demo</vt:lpstr>
      <vt:lpstr>Challenges &amp; Solutions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 Cleaning &amp; ETL Orchestration Frameworks</dc:title>
  <dc:creator>SUFIYAN</dc:creator>
  <cp:lastModifiedBy>Rachi Rajpal</cp:lastModifiedBy>
  <cp:revision>9</cp:revision>
  <dcterms:created xsi:type="dcterms:W3CDTF">2026-03-23T12:33:17Z</dcterms:created>
  <dcterms:modified xsi:type="dcterms:W3CDTF">2026-04-01T16:25:07Z</dcterms:modified>
</cp:coreProperties>
</file>